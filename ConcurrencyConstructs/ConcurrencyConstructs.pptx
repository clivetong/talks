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4EC9B0"/>
                </a:solidFill>
              </a:rPr>
              <a:t>Concurrency Constructs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0F0F0"/>
                </a:solidFill>
              </a:rPr>
              <a:t>Get two threads to print</a:t>
            </a:r>
          </a:p>
          <a:p>
            <a:pPr algn="ctr"/>
            <a:r>
              <a:rPr sz="2800">
                <a:solidFill>
                  <a:srgbClr val="F0F0F0"/>
                </a:solidFill>
              </a:rPr>
              <a:t>Foo, Bar, Foo, Bar, ... Foo, Bar</a:t>
            </a:r>
          </a:p>
          <a:p>
            <a:pPr algn="ctr"/>
            <a:r>
              <a:rPr sz="2800">
                <a:solidFill>
                  <a:srgbClr val="F0F0F0"/>
                </a:solidFill>
              </a:rPr>
              <a:t>to the console.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The naive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Two independent loops. No coordination - output is an interleaved mess.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Barrier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Both threads rendezvous at each phase; the barrier forces them to alternate.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barrier = new Barrier(2);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barrier.SignalAndWait();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barrier.SignalAndWait();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barrier.SignalAndWait();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barrier.SignalAndWait();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Semaphore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Two binary semaphores hand the turn back and forth - a ping-pong baton.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fooer = new Semaphore(0, 1);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barer = new Semaphore(0, 1);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fooer.Release();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fooer.WaitOne();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barer.Release();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barer.WaitOne();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fooer.Release();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Condition variables (Monitor)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A shared flag plus Monitor.Wait / Monitor.Pulse signals whose turn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lockable = new object();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foo = true;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lock (lockable)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while (!foo) Monitor.Wait(lockable);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Console.WriteLine("Foo");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foo = !foo;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Monitor.Pulse(lockable);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lock (lockable)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while (foo) Monitor.Wait(lockable);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foo = !foo;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Monitor.Pulse(lockable);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Atomic read (Interlocked)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A lock-free turn counter; each thread spins until the count reaches its slot.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turn = 0L;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while (Interlocked.Read(ref turn) != 2 * i)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Thread.Sleep(0);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Interlocked.Exchange(ref turn, 2 * i + 1);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while (Interlocked.Read(ref turn) != 2 * i + 1)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Thread.Sleep(0);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Interlocked.Exchange(ref turn, 2 * i + 2);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Reactive (System.Reactive)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Each Foo emitted on a stream triggers a Bar - data flow instead of threads.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using var fooStream = new Subject&lt;string&gt;();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using var barStream  = new Subject&lt;string&gt;();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using var sub1 = fooStream.Subscribe(x =&gt;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barStream.OnNext(x);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barStream.OnNext("Bar");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using var sub2 = barStream.Subscribe(Console.WriteLine);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Task.Run(delegate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for (int i = 0; i &lt; 1000; i++)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fooStream.OnNext("Foo");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fooStream.OnCompleted();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4EC9B0"/>
                </a:solidFill>
              </a:rPr>
              <a:t>Actors (Akka.NET)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Foo and Bar pass a Step message back and forth; alternation falls out of messaging.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system = ActorSystem.Create("MySystem");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fooActor = system.ActorOf&lt;Foo&gt;("foo");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var barActor = system.ActorOf&lt;Bar&gt;("bar");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fooActor.Tell(barActor);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class Foo : ReceiveActor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int _count = 0; IActorRef _bar;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public Foo()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Receive&lt;IActorRef&gt;(bar =&gt; { _bar = bar; Self.Tell(new Step()); 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Receive&lt;Step&gt;(step =&gt;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if (_count &lt; 1000)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    Console.WriteLine("Foo"); _count++;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    _bar.Tell(step);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class Bar : ReceiveActor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public Bar() =&gt; Receive&lt;Step&gt;(step =&gt; {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Console.WriteLine("Bar");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    Sender.Tell(step);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    });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